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C18809-EE87-48DE-A84F-ACC2486FF033}" v="13" dt="2026-07-22T05:25:06.4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2" y="4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thi Gunatilake" userId="6f893804f75306cb" providerId="LiveId" clId="{FB78390A-3322-4C91-B89D-11F0E450FE7A}"/>
    <pc:docChg chg="undo custSel addSld delSld modSld sldOrd">
      <pc:chgData name="Chithi Gunatilake" userId="6f893804f75306cb" providerId="LiveId" clId="{FB78390A-3322-4C91-B89D-11F0E450FE7A}" dt="2026-07-22T05:34:00.497" v="3217" actId="1076"/>
      <pc:docMkLst>
        <pc:docMk/>
      </pc:docMkLst>
      <pc:sldChg chg="modSp mod">
        <pc:chgData name="Chithi Gunatilake" userId="6f893804f75306cb" providerId="LiveId" clId="{FB78390A-3322-4C91-B89D-11F0E450FE7A}" dt="2026-07-22T05:16:46.685" v="3090" actId="790"/>
        <pc:sldMkLst>
          <pc:docMk/>
          <pc:sldMk cId="3161554627" sldId="256"/>
        </pc:sldMkLst>
        <pc:spChg chg="mod">
          <ac:chgData name="Chithi Gunatilake" userId="6f893804f75306cb" providerId="LiveId" clId="{FB78390A-3322-4C91-B89D-11F0E450FE7A}" dt="2026-07-22T05:16:46.685" v="3090" actId="790"/>
          <ac:spMkLst>
            <pc:docMk/>
            <pc:sldMk cId="3161554627" sldId="256"/>
            <ac:spMk id="2" creationId="{468A08C4-D675-4569-70D5-EB0BF0AA38CB}"/>
          </ac:spMkLst>
        </pc:spChg>
        <pc:spChg chg="mod">
          <ac:chgData name="Chithi Gunatilake" userId="6f893804f75306cb" providerId="LiveId" clId="{FB78390A-3322-4C91-B89D-11F0E450FE7A}" dt="2026-07-22T05:16:46.685" v="3090" actId="790"/>
          <ac:spMkLst>
            <pc:docMk/>
            <pc:sldMk cId="3161554627" sldId="256"/>
            <ac:spMk id="3" creationId="{C838BD43-5244-F886-0E61-A655DA46AD3A}"/>
          </ac:spMkLst>
        </pc:spChg>
      </pc:sldChg>
      <pc:sldChg chg="addSp delSp modSp mod">
        <pc:chgData name="Chithi Gunatilake" userId="6f893804f75306cb" providerId="LiveId" clId="{FB78390A-3322-4C91-B89D-11F0E450FE7A}" dt="2026-07-22T05:16:46.685" v="3090" actId="790"/>
        <pc:sldMkLst>
          <pc:docMk/>
          <pc:sldMk cId="4098921350" sldId="257"/>
        </pc:sldMkLst>
        <pc:spChg chg="mod">
          <ac:chgData name="Chithi Gunatilake" userId="6f893804f75306cb" providerId="LiveId" clId="{FB78390A-3322-4C91-B89D-11F0E450FE7A}" dt="2026-07-22T05:16:46.685" v="3090" actId="790"/>
          <ac:spMkLst>
            <pc:docMk/>
            <pc:sldMk cId="4098921350" sldId="257"/>
            <ac:spMk id="2" creationId="{4A9C8B7F-46E4-7024-FE46-1AD8A0CB2EDE}"/>
          </ac:spMkLst>
        </pc:spChg>
        <pc:spChg chg="mod">
          <ac:chgData name="Chithi Gunatilake" userId="6f893804f75306cb" providerId="LiveId" clId="{FB78390A-3322-4C91-B89D-11F0E450FE7A}" dt="2026-07-22T05:16:46.685" v="3090" actId="790"/>
          <ac:spMkLst>
            <pc:docMk/>
            <pc:sldMk cId="4098921350" sldId="257"/>
            <ac:spMk id="3" creationId="{3DAEDD52-7C3B-7EC1-1E68-7C8E7F832B6A}"/>
          </ac:spMkLst>
        </pc:spChg>
        <pc:spChg chg="add mod">
          <ac:chgData name="Chithi Gunatilake" userId="6f893804f75306cb" providerId="LiveId" clId="{FB78390A-3322-4C91-B89D-11F0E450FE7A}" dt="2026-07-22T05:16:46.685" v="3090" actId="790"/>
          <ac:spMkLst>
            <pc:docMk/>
            <pc:sldMk cId="4098921350" sldId="257"/>
            <ac:spMk id="9" creationId="{5BE25877-7B5E-77E7-A230-647141F4DF91}"/>
          </ac:spMkLst>
        </pc:spChg>
        <pc:picChg chg="add del mod">
          <ac:chgData name="Chithi Gunatilake" userId="6f893804f75306cb" providerId="LiveId" clId="{FB78390A-3322-4C91-B89D-11F0E450FE7A}" dt="2026-07-22T04:28:02.993" v="24" actId="478"/>
          <ac:picMkLst>
            <pc:docMk/>
            <pc:sldMk cId="4098921350" sldId="257"/>
            <ac:picMk id="4" creationId="{245345F6-D89D-A856-4737-A92A9880587A}"/>
          </ac:picMkLst>
        </pc:picChg>
        <pc:picChg chg="add mod">
          <ac:chgData name="Chithi Gunatilake" userId="6f893804f75306cb" providerId="LiveId" clId="{FB78390A-3322-4C91-B89D-11F0E450FE7A}" dt="2026-07-22T04:28:10.626" v="28" actId="27614"/>
          <ac:picMkLst>
            <pc:docMk/>
            <pc:sldMk cId="4098921350" sldId="257"/>
            <ac:picMk id="6" creationId="{664A8A38-EF1E-8714-D9A6-D7DBD9D04E99}"/>
          </ac:picMkLst>
        </pc:picChg>
        <pc:picChg chg="add mod">
          <ac:chgData name="Chithi Gunatilake" userId="6f893804f75306cb" providerId="LiveId" clId="{FB78390A-3322-4C91-B89D-11F0E450FE7A}" dt="2026-07-22T04:37:39.574" v="154" actId="962"/>
          <ac:picMkLst>
            <pc:docMk/>
            <pc:sldMk cId="4098921350" sldId="257"/>
            <ac:picMk id="8" creationId="{41DBA3C1-3B90-5641-5CD8-E3CA7A02E1D2}"/>
          </ac:picMkLst>
        </pc:picChg>
      </pc:sldChg>
      <pc:sldChg chg="addSp modSp mod">
        <pc:chgData name="Chithi Gunatilake" userId="6f893804f75306cb" providerId="LiveId" clId="{FB78390A-3322-4C91-B89D-11F0E450FE7A}" dt="2026-07-22T05:26:27.978" v="3181" actId="14100"/>
        <pc:sldMkLst>
          <pc:docMk/>
          <pc:sldMk cId="3479282973" sldId="258"/>
        </pc:sldMkLst>
        <pc:spChg chg="mod">
          <ac:chgData name="Chithi Gunatilake" userId="6f893804f75306cb" providerId="LiveId" clId="{FB78390A-3322-4C91-B89D-11F0E450FE7A}" dt="2026-07-22T05:16:46.685" v="3090" actId="790"/>
          <ac:spMkLst>
            <pc:docMk/>
            <pc:sldMk cId="3479282973" sldId="258"/>
            <ac:spMk id="2" creationId="{F10936CA-F230-1F2B-C320-64034CE2AB81}"/>
          </ac:spMkLst>
        </pc:spChg>
        <pc:spChg chg="mod">
          <ac:chgData name="Chithi Gunatilake" userId="6f893804f75306cb" providerId="LiveId" clId="{FB78390A-3322-4C91-B89D-11F0E450FE7A}" dt="2026-07-22T05:26:27.978" v="3181" actId="14100"/>
          <ac:spMkLst>
            <pc:docMk/>
            <pc:sldMk cId="3479282973" sldId="258"/>
            <ac:spMk id="3" creationId="{0FEDD9DE-5C0E-C478-DE04-BED473533AD6}"/>
          </ac:spMkLst>
        </pc:spChg>
        <pc:picChg chg="add mod">
          <ac:chgData name="Chithi Gunatilake" userId="6f893804f75306cb" providerId="LiveId" clId="{FB78390A-3322-4C91-B89D-11F0E450FE7A}" dt="2026-07-22T04:46:38.939" v="591" actId="1076"/>
          <ac:picMkLst>
            <pc:docMk/>
            <pc:sldMk cId="3479282973" sldId="258"/>
            <ac:picMk id="5" creationId="{E7FE122B-57E3-52BB-5316-6F08B2624C3B}"/>
          </ac:picMkLst>
        </pc:picChg>
        <pc:picChg chg="add mod">
          <ac:chgData name="Chithi Gunatilake" userId="6f893804f75306cb" providerId="LiveId" clId="{FB78390A-3322-4C91-B89D-11F0E450FE7A}" dt="2026-07-22T04:46:41.272" v="592" actId="1076"/>
          <ac:picMkLst>
            <pc:docMk/>
            <pc:sldMk cId="3479282973" sldId="258"/>
            <ac:picMk id="6" creationId="{760ABF96-5BB2-4455-6DE8-3FC32B00AB0C}"/>
          </ac:picMkLst>
        </pc:picChg>
      </pc:sldChg>
      <pc:sldChg chg="modSp mod">
        <pc:chgData name="Chithi Gunatilake" userId="6f893804f75306cb" providerId="LiveId" clId="{FB78390A-3322-4C91-B89D-11F0E450FE7A}" dt="2026-07-22T05:16:46.685" v="3090" actId="790"/>
        <pc:sldMkLst>
          <pc:docMk/>
          <pc:sldMk cId="682688273" sldId="259"/>
        </pc:sldMkLst>
        <pc:spChg chg="mod">
          <ac:chgData name="Chithi Gunatilake" userId="6f893804f75306cb" providerId="LiveId" clId="{FB78390A-3322-4C91-B89D-11F0E450FE7A}" dt="2026-07-22T05:16:46.685" v="3090" actId="790"/>
          <ac:spMkLst>
            <pc:docMk/>
            <pc:sldMk cId="682688273" sldId="259"/>
            <ac:spMk id="2" creationId="{59DB1DF7-4070-B583-1AC6-A2419FB01B82}"/>
          </ac:spMkLst>
        </pc:spChg>
        <pc:spChg chg="mod">
          <ac:chgData name="Chithi Gunatilake" userId="6f893804f75306cb" providerId="LiveId" clId="{FB78390A-3322-4C91-B89D-11F0E450FE7A}" dt="2026-07-22T05:16:46.685" v="3090" actId="790"/>
          <ac:spMkLst>
            <pc:docMk/>
            <pc:sldMk cId="682688273" sldId="259"/>
            <ac:spMk id="3" creationId="{FD0C7409-FEFB-DEA6-C248-5B1CDAA3F949}"/>
          </ac:spMkLst>
        </pc:spChg>
      </pc:sldChg>
      <pc:sldChg chg="addSp delSp modSp mod">
        <pc:chgData name="Chithi Gunatilake" userId="6f893804f75306cb" providerId="LiveId" clId="{FB78390A-3322-4C91-B89D-11F0E450FE7A}" dt="2026-07-22T05:16:46.685" v="3090" actId="790"/>
        <pc:sldMkLst>
          <pc:docMk/>
          <pc:sldMk cId="2016652883" sldId="260"/>
        </pc:sldMkLst>
        <pc:spChg chg="mod">
          <ac:chgData name="Chithi Gunatilake" userId="6f893804f75306cb" providerId="LiveId" clId="{FB78390A-3322-4C91-B89D-11F0E450FE7A}" dt="2026-07-22T05:16:46.685" v="3090" actId="790"/>
          <ac:spMkLst>
            <pc:docMk/>
            <pc:sldMk cId="2016652883" sldId="260"/>
            <ac:spMk id="2" creationId="{85C64E2B-1A73-08FA-27FE-A2F2D0973907}"/>
          </ac:spMkLst>
        </pc:spChg>
        <pc:spChg chg="mod">
          <ac:chgData name="Chithi Gunatilake" userId="6f893804f75306cb" providerId="LiveId" clId="{FB78390A-3322-4C91-B89D-11F0E450FE7A}" dt="2026-07-22T05:16:46.685" v="3090" actId="790"/>
          <ac:spMkLst>
            <pc:docMk/>
            <pc:sldMk cId="2016652883" sldId="260"/>
            <ac:spMk id="3" creationId="{C307DE41-04EB-35E5-68E5-19734E7FB8B4}"/>
          </ac:spMkLst>
        </pc:spChg>
        <pc:spChg chg="add mod">
          <ac:chgData name="Chithi Gunatilake" userId="6f893804f75306cb" providerId="LiveId" clId="{FB78390A-3322-4C91-B89D-11F0E450FE7A}" dt="2026-07-22T05:16:46.685" v="3090" actId="790"/>
          <ac:spMkLst>
            <pc:docMk/>
            <pc:sldMk cId="2016652883" sldId="260"/>
            <ac:spMk id="7" creationId="{BF37D1CB-6CCB-06CF-8BD6-ACBA618696DE}"/>
          </ac:spMkLst>
        </pc:spChg>
        <pc:picChg chg="add del">
          <ac:chgData name="Chithi Gunatilake" userId="6f893804f75306cb" providerId="LiveId" clId="{FB78390A-3322-4C91-B89D-11F0E450FE7A}" dt="2026-07-22T05:15:16.008" v="3077" actId="22"/>
          <ac:picMkLst>
            <pc:docMk/>
            <pc:sldMk cId="2016652883" sldId="260"/>
            <ac:picMk id="4" creationId="{B693E5D7-A7F4-2C9A-127D-FB9DC91465D5}"/>
          </ac:picMkLst>
        </pc:picChg>
        <pc:picChg chg="add mod">
          <ac:chgData name="Chithi Gunatilake" userId="6f893804f75306cb" providerId="LiveId" clId="{FB78390A-3322-4C91-B89D-11F0E450FE7A}" dt="2026-07-22T05:15:59.056" v="3083" actId="1076"/>
          <ac:picMkLst>
            <pc:docMk/>
            <pc:sldMk cId="2016652883" sldId="260"/>
            <ac:picMk id="6" creationId="{B2429FAA-8252-B3B6-08A6-9C2748A43259}"/>
          </ac:picMkLst>
        </pc:picChg>
      </pc:sldChg>
      <pc:sldChg chg="addSp modSp mod">
        <pc:chgData name="Chithi Gunatilake" userId="6f893804f75306cb" providerId="LiveId" clId="{FB78390A-3322-4C91-B89D-11F0E450FE7A}" dt="2026-07-22T05:21:33.436" v="3137" actId="313"/>
        <pc:sldMkLst>
          <pc:docMk/>
          <pc:sldMk cId="1066879905" sldId="261"/>
        </pc:sldMkLst>
        <pc:spChg chg="mod">
          <ac:chgData name="Chithi Gunatilake" userId="6f893804f75306cb" providerId="LiveId" clId="{FB78390A-3322-4C91-B89D-11F0E450FE7A}" dt="2026-07-22T05:16:46.685" v="3090" actId="790"/>
          <ac:spMkLst>
            <pc:docMk/>
            <pc:sldMk cId="1066879905" sldId="261"/>
            <ac:spMk id="2" creationId="{6F5A93E4-075F-F2ED-07F0-7881107EC782}"/>
          </ac:spMkLst>
        </pc:spChg>
        <pc:spChg chg="mod">
          <ac:chgData name="Chithi Gunatilake" userId="6f893804f75306cb" providerId="LiveId" clId="{FB78390A-3322-4C91-B89D-11F0E450FE7A}" dt="2026-07-22T05:21:33.436" v="3137" actId="313"/>
          <ac:spMkLst>
            <pc:docMk/>
            <pc:sldMk cId="1066879905" sldId="261"/>
            <ac:spMk id="3" creationId="{107D250B-AC47-5A2E-0E9C-28E94807CABC}"/>
          </ac:spMkLst>
        </pc:spChg>
        <pc:picChg chg="add mod">
          <ac:chgData name="Chithi Gunatilake" userId="6f893804f75306cb" providerId="LiveId" clId="{FB78390A-3322-4C91-B89D-11F0E450FE7A}" dt="2026-07-22T05:10:45.745" v="2840" actId="1076"/>
          <ac:picMkLst>
            <pc:docMk/>
            <pc:sldMk cId="1066879905" sldId="261"/>
            <ac:picMk id="5" creationId="{DBA244AD-7697-D9D9-03EF-53A6F5289084}"/>
          </ac:picMkLst>
        </pc:picChg>
      </pc:sldChg>
      <pc:sldChg chg="modSp mod">
        <pc:chgData name="Chithi Gunatilake" userId="6f893804f75306cb" providerId="LiveId" clId="{FB78390A-3322-4C91-B89D-11F0E450FE7A}" dt="2026-07-22T05:21:09.492" v="3136"/>
        <pc:sldMkLst>
          <pc:docMk/>
          <pc:sldMk cId="2464826332" sldId="262"/>
        </pc:sldMkLst>
        <pc:spChg chg="mod">
          <ac:chgData name="Chithi Gunatilake" userId="6f893804f75306cb" providerId="LiveId" clId="{FB78390A-3322-4C91-B89D-11F0E450FE7A}" dt="2026-07-22T05:16:46.685" v="3090" actId="790"/>
          <ac:spMkLst>
            <pc:docMk/>
            <pc:sldMk cId="2464826332" sldId="262"/>
            <ac:spMk id="2" creationId="{7572B7EE-B108-E1DC-3030-BE6C1B0F9D0E}"/>
          </ac:spMkLst>
        </pc:spChg>
        <pc:spChg chg="mod">
          <ac:chgData name="Chithi Gunatilake" userId="6f893804f75306cb" providerId="LiveId" clId="{FB78390A-3322-4C91-B89D-11F0E450FE7A}" dt="2026-07-22T05:21:09.492" v="3136"/>
          <ac:spMkLst>
            <pc:docMk/>
            <pc:sldMk cId="2464826332" sldId="262"/>
            <ac:spMk id="3" creationId="{3E30A972-CD75-6A1A-AE5F-51477C3269D1}"/>
          </ac:spMkLst>
        </pc:spChg>
      </pc:sldChg>
      <pc:sldChg chg="modSp del mod">
        <pc:chgData name="Chithi Gunatilake" userId="6f893804f75306cb" providerId="LiveId" clId="{FB78390A-3322-4C91-B89D-11F0E450FE7A}" dt="2026-07-22T05:02:20.659" v="2264" actId="2696"/>
        <pc:sldMkLst>
          <pc:docMk/>
          <pc:sldMk cId="970042769" sldId="263"/>
        </pc:sldMkLst>
        <pc:spChg chg="mod">
          <ac:chgData name="Chithi Gunatilake" userId="6f893804f75306cb" providerId="LiveId" clId="{FB78390A-3322-4C91-B89D-11F0E450FE7A}" dt="2026-07-22T04:51:54.537" v="1429" actId="790"/>
          <ac:spMkLst>
            <pc:docMk/>
            <pc:sldMk cId="970042769" sldId="263"/>
            <ac:spMk id="2" creationId="{A0332704-0B9C-CB67-0591-40D2F3430F72}"/>
          </ac:spMkLst>
        </pc:spChg>
        <pc:spChg chg="mod">
          <ac:chgData name="Chithi Gunatilake" userId="6f893804f75306cb" providerId="LiveId" clId="{FB78390A-3322-4C91-B89D-11F0E450FE7A}" dt="2026-07-22T04:51:54.537" v="1429" actId="790"/>
          <ac:spMkLst>
            <pc:docMk/>
            <pc:sldMk cId="970042769" sldId="263"/>
            <ac:spMk id="3" creationId="{FA34CDD5-69EB-47FB-EB53-C9EA77BB8612}"/>
          </ac:spMkLst>
        </pc:spChg>
      </pc:sldChg>
      <pc:sldChg chg="modSp mod">
        <pc:chgData name="Chithi Gunatilake" userId="6f893804f75306cb" providerId="LiveId" clId="{FB78390A-3322-4C91-B89D-11F0E450FE7A}" dt="2026-07-22T05:16:46.685" v="3090" actId="790"/>
        <pc:sldMkLst>
          <pc:docMk/>
          <pc:sldMk cId="6962425" sldId="264"/>
        </pc:sldMkLst>
        <pc:spChg chg="mod">
          <ac:chgData name="Chithi Gunatilake" userId="6f893804f75306cb" providerId="LiveId" clId="{FB78390A-3322-4C91-B89D-11F0E450FE7A}" dt="2026-07-22T05:16:46.685" v="3090" actId="790"/>
          <ac:spMkLst>
            <pc:docMk/>
            <pc:sldMk cId="6962425" sldId="264"/>
            <ac:spMk id="2" creationId="{5487C0D4-420F-4DF7-ADD3-CA01D944A540}"/>
          </ac:spMkLst>
        </pc:spChg>
        <pc:spChg chg="mod">
          <ac:chgData name="Chithi Gunatilake" userId="6f893804f75306cb" providerId="LiveId" clId="{FB78390A-3322-4C91-B89D-11F0E450FE7A}" dt="2026-07-22T05:16:46.685" v="3090" actId="790"/>
          <ac:spMkLst>
            <pc:docMk/>
            <pc:sldMk cId="6962425" sldId="264"/>
            <ac:spMk id="3" creationId="{64DE3892-B9F4-6501-1BD8-A6257BE3C18A}"/>
          </ac:spMkLst>
        </pc:spChg>
      </pc:sldChg>
      <pc:sldChg chg="addSp modSp new mod">
        <pc:chgData name="Chithi Gunatilake" userId="6f893804f75306cb" providerId="LiveId" clId="{FB78390A-3322-4C91-B89D-11F0E450FE7A}" dt="2026-07-22T05:20:46.952" v="3133" actId="20577"/>
        <pc:sldMkLst>
          <pc:docMk/>
          <pc:sldMk cId="3871286832" sldId="265"/>
        </pc:sldMkLst>
        <pc:spChg chg="mod">
          <ac:chgData name="Chithi Gunatilake" userId="6f893804f75306cb" providerId="LiveId" clId="{FB78390A-3322-4C91-B89D-11F0E450FE7A}" dt="2026-07-22T05:16:46.685" v="3090" actId="790"/>
          <ac:spMkLst>
            <pc:docMk/>
            <pc:sldMk cId="3871286832" sldId="265"/>
            <ac:spMk id="2" creationId="{8F23F104-86A8-9EBF-52BA-A4465F6E914A}"/>
          </ac:spMkLst>
        </pc:spChg>
        <pc:spChg chg="mod">
          <ac:chgData name="Chithi Gunatilake" userId="6f893804f75306cb" providerId="LiveId" clId="{FB78390A-3322-4C91-B89D-11F0E450FE7A}" dt="2026-07-22T05:20:46.952" v="3133" actId="20577"/>
          <ac:spMkLst>
            <pc:docMk/>
            <pc:sldMk cId="3871286832" sldId="265"/>
            <ac:spMk id="3" creationId="{38B57456-C447-B18A-9CD5-DCA679306738}"/>
          </ac:spMkLst>
        </pc:spChg>
        <pc:picChg chg="add mod">
          <ac:chgData name="Chithi Gunatilake" userId="6f893804f75306cb" providerId="LiveId" clId="{FB78390A-3322-4C91-B89D-11F0E450FE7A}" dt="2026-07-22T05:07:33.794" v="2834" actId="14100"/>
          <ac:picMkLst>
            <pc:docMk/>
            <pc:sldMk cId="3871286832" sldId="265"/>
            <ac:picMk id="4" creationId="{27A47307-B3BC-9EF6-61C9-9C29ECF3B5EE}"/>
          </ac:picMkLst>
        </pc:picChg>
      </pc:sldChg>
      <pc:sldChg chg="addSp delSp modSp new mod ord">
        <pc:chgData name="Chithi Gunatilake" userId="6f893804f75306cb" providerId="LiveId" clId="{FB78390A-3322-4C91-B89D-11F0E450FE7A}" dt="2026-07-22T05:34:00.497" v="3217" actId="1076"/>
        <pc:sldMkLst>
          <pc:docMk/>
          <pc:sldMk cId="4291628787" sldId="266"/>
        </pc:sldMkLst>
        <pc:spChg chg="mod">
          <ac:chgData name="Chithi Gunatilake" userId="6f893804f75306cb" providerId="LiveId" clId="{FB78390A-3322-4C91-B89D-11F0E450FE7A}" dt="2026-07-22T05:26:48.118" v="3202" actId="20577"/>
          <ac:spMkLst>
            <pc:docMk/>
            <pc:sldMk cId="4291628787" sldId="266"/>
            <ac:spMk id="2" creationId="{3FF32095-C51F-16B5-F913-65FB7E94768A}"/>
          </ac:spMkLst>
        </pc:spChg>
        <pc:spChg chg="del">
          <ac:chgData name="Chithi Gunatilake" userId="6f893804f75306cb" providerId="LiveId" clId="{FB78390A-3322-4C91-B89D-11F0E450FE7A}" dt="2026-07-22T05:27:04.702" v="3203" actId="478"/>
          <ac:spMkLst>
            <pc:docMk/>
            <pc:sldMk cId="4291628787" sldId="266"/>
            <ac:spMk id="3" creationId="{CA2D6AE3-3B52-05AE-73F5-EA55C82E2B6F}"/>
          </ac:spMkLst>
        </pc:spChg>
        <pc:picChg chg="add mod">
          <ac:chgData name="Chithi Gunatilake" userId="6f893804f75306cb" providerId="LiveId" clId="{FB78390A-3322-4C91-B89D-11F0E450FE7A}" dt="2026-07-22T05:27:14.515" v="3212" actId="1076"/>
          <ac:picMkLst>
            <pc:docMk/>
            <pc:sldMk cId="4291628787" sldId="266"/>
            <ac:picMk id="5" creationId="{7249766F-6405-CD16-CA2F-2756108A3EFA}"/>
          </ac:picMkLst>
        </pc:picChg>
        <pc:picChg chg="add mod">
          <ac:chgData name="Chithi Gunatilake" userId="6f893804f75306cb" providerId="LiveId" clId="{FB78390A-3322-4C91-B89D-11F0E450FE7A}" dt="2026-07-22T05:34:00.497" v="3217" actId="1076"/>
          <ac:picMkLst>
            <pc:docMk/>
            <pc:sldMk cId="4291628787" sldId="266"/>
            <ac:picMk id="7" creationId="{3F3EE2FF-39C4-0B46-4C23-CF5CF09BBF24}"/>
          </ac:picMkLst>
        </pc:picChg>
      </pc:sldChg>
    </pc:docChg>
  </pc:docChgLst>
  <pc:docChgLst>
    <pc:chgData name="Chithi Gunatilake" userId="6f893804f75306cb" providerId="LiveId" clId="{1B27EECF-8C89-30BD-9531-5E7EAE0D2AD3}"/>
    <pc:docChg chg="addSld modSld">
      <pc:chgData name="Chithi Gunatilake" userId="6f893804f75306cb" providerId="LiveId" clId="{1B27EECF-8C89-30BD-9531-5E7EAE0D2AD3}" dt="2026-07-20T03:01:17.176" v="163" actId="20577"/>
      <pc:docMkLst>
        <pc:docMk/>
      </pc:docMkLst>
      <pc:sldChg chg="modSp mod">
        <pc:chgData name="Chithi Gunatilake" userId="6f893804f75306cb" providerId="LiveId" clId="{1B27EECF-8C89-30BD-9531-5E7EAE0D2AD3}" dt="2026-07-20T02:59:20.284" v="13" actId="20577"/>
        <pc:sldMkLst>
          <pc:docMk/>
          <pc:sldMk cId="3161554627" sldId="256"/>
        </pc:sldMkLst>
        <pc:spChg chg="mod">
          <ac:chgData name="Chithi Gunatilake" userId="6f893804f75306cb" providerId="LiveId" clId="{1B27EECF-8C89-30BD-9531-5E7EAE0D2AD3}" dt="2026-07-20T02:59:20.284" v="13" actId="20577"/>
          <ac:spMkLst>
            <pc:docMk/>
            <pc:sldMk cId="3161554627" sldId="256"/>
            <ac:spMk id="2" creationId="{468A08C4-D675-4569-70D5-EB0BF0AA38CB}"/>
          </ac:spMkLst>
        </pc:spChg>
      </pc:sldChg>
      <pc:sldChg chg="modSp new mod">
        <pc:chgData name="Chithi Gunatilake" userId="6f893804f75306cb" providerId="LiveId" clId="{1B27EECF-8C89-30BD-9531-5E7EAE0D2AD3}" dt="2026-07-20T02:59:34.702" v="33" actId="20577"/>
        <pc:sldMkLst>
          <pc:docMk/>
          <pc:sldMk cId="4098921350" sldId="257"/>
        </pc:sldMkLst>
        <pc:spChg chg="mod">
          <ac:chgData name="Chithi Gunatilake" userId="6f893804f75306cb" providerId="LiveId" clId="{1B27EECF-8C89-30BD-9531-5E7EAE0D2AD3}" dt="2026-07-20T02:59:34.702" v="33" actId="20577"/>
          <ac:spMkLst>
            <pc:docMk/>
            <pc:sldMk cId="4098921350" sldId="257"/>
            <ac:spMk id="2" creationId="{4A9C8B7F-46E4-7024-FE46-1AD8A0CB2EDE}"/>
          </ac:spMkLst>
        </pc:spChg>
      </pc:sldChg>
      <pc:sldChg chg="modSp new mod">
        <pc:chgData name="Chithi Gunatilake" userId="6f893804f75306cb" providerId="LiveId" clId="{1B27EECF-8C89-30BD-9531-5E7EAE0D2AD3}" dt="2026-07-20T02:59:45.269" v="44" actId="20577"/>
        <pc:sldMkLst>
          <pc:docMk/>
          <pc:sldMk cId="3479282973" sldId="258"/>
        </pc:sldMkLst>
        <pc:spChg chg="mod">
          <ac:chgData name="Chithi Gunatilake" userId="6f893804f75306cb" providerId="LiveId" clId="{1B27EECF-8C89-30BD-9531-5E7EAE0D2AD3}" dt="2026-07-20T02:59:45.269" v="44" actId="20577"/>
          <ac:spMkLst>
            <pc:docMk/>
            <pc:sldMk cId="3479282973" sldId="258"/>
            <ac:spMk id="2" creationId="{F10936CA-F230-1F2B-C320-64034CE2AB81}"/>
          </ac:spMkLst>
        </pc:spChg>
      </pc:sldChg>
      <pc:sldChg chg="modSp new mod">
        <pc:chgData name="Chithi Gunatilake" userId="6f893804f75306cb" providerId="LiveId" clId="{1B27EECF-8C89-30BD-9531-5E7EAE0D2AD3}" dt="2026-07-20T03:00:09.242" v="68" actId="20577"/>
        <pc:sldMkLst>
          <pc:docMk/>
          <pc:sldMk cId="682688273" sldId="259"/>
        </pc:sldMkLst>
        <pc:spChg chg="mod">
          <ac:chgData name="Chithi Gunatilake" userId="6f893804f75306cb" providerId="LiveId" clId="{1B27EECF-8C89-30BD-9531-5E7EAE0D2AD3}" dt="2026-07-20T03:00:09.242" v="68" actId="20577"/>
          <ac:spMkLst>
            <pc:docMk/>
            <pc:sldMk cId="682688273" sldId="259"/>
            <ac:spMk id="2" creationId="{59DB1DF7-4070-B583-1AC6-A2419FB01B82}"/>
          </ac:spMkLst>
        </pc:spChg>
      </pc:sldChg>
      <pc:sldChg chg="modSp new mod">
        <pc:chgData name="Chithi Gunatilake" userId="6f893804f75306cb" providerId="LiveId" clId="{1B27EECF-8C89-30BD-9531-5E7EAE0D2AD3}" dt="2026-07-20T03:00:27.745" v="80" actId="20577"/>
        <pc:sldMkLst>
          <pc:docMk/>
          <pc:sldMk cId="2016652883" sldId="260"/>
        </pc:sldMkLst>
        <pc:spChg chg="mod">
          <ac:chgData name="Chithi Gunatilake" userId="6f893804f75306cb" providerId="LiveId" clId="{1B27EECF-8C89-30BD-9531-5E7EAE0D2AD3}" dt="2026-07-20T03:00:27.745" v="80" actId="20577"/>
          <ac:spMkLst>
            <pc:docMk/>
            <pc:sldMk cId="2016652883" sldId="260"/>
            <ac:spMk id="2" creationId="{85C64E2B-1A73-08FA-27FE-A2F2D0973907}"/>
          </ac:spMkLst>
        </pc:spChg>
      </pc:sldChg>
      <pc:sldChg chg="modSp new mod">
        <pc:chgData name="Chithi Gunatilake" userId="6f893804f75306cb" providerId="LiveId" clId="{1B27EECF-8C89-30BD-9531-5E7EAE0D2AD3}" dt="2026-07-20T03:00:36.785" v="90" actId="20577"/>
        <pc:sldMkLst>
          <pc:docMk/>
          <pc:sldMk cId="1066879905" sldId="261"/>
        </pc:sldMkLst>
        <pc:spChg chg="mod">
          <ac:chgData name="Chithi Gunatilake" userId="6f893804f75306cb" providerId="LiveId" clId="{1B27EECF-8C89-30BD-9531-5E7EAE0D2AD3}" dt="2026-07-20T03:00:36.785" v="90" actId="20577"/>
          <ac:spMkLst>
            <pc:docMk/>
            <pc:sldMk cId="1066879905" sldId="261"/>
            <ac:spMk id="2" creationId="{6F5A93E4-075F-F2ED-07F0-7881107EC782}"/>
          </ac:spMkLst>
        </pc:spChg>
      </pc:sldChg>
      <pc:sldChg chg="modSp new mod">
        <pc:chgData name="Chithi Gunatilake" userId="6f893804f75306cb" providerId="LiveId" clId="{1B27EECF-8C89-30BD-9531-5E7EAE0D2AD3}" dt="2026-07-20T03:00:52.300" v="143" actId="20577"/>
        <pc:sldMkLst>
          <pc:docMk/>
          <pc:sldMk cId="2464826332" sldId="262"/>
        </pc:sldMkLst>
        <pc:spChg chg="mod">
          <ac:chgData name="Chithi Gunatilake" userId="6f893804f75306cb" providerId="LiveId" clId="{1B27EECF-8C89-30BD-9531-5E7EAE0D2AD3}" dt="2026-07-20T03:00:52.300" v="143" actId="20577"/>
          <ac:spMkLst>
            <pc:docMk/>
            <pc:sldMk cId="2464826332" sldId="262"/>
            <ac:spMk id="2" creationId="{7572B7EE-B108-E1DC-3030-BE6C1B0F9D0E}"/>
          </ac:spMkLst>
        </pc:spChg>
      </pc:sldChg>
      <pc:sldChg chg="modSp new mod">
        <pc:chgData name="Chithi Gunatilake" userId="6f893804f75306cb" providerId="LiveId" clId="{1B27EECF-8C89-30BD-9531-5E7EAE0D2AD3}" dt="2026-07-20T03:01:17.176" v="163" actId="20577"/>
        <pc:sldMkLst>
          <pc:docMk/>
          <pc:sldMk cId="6962425" sldId="264"/>
        </pc:sldMkLst>
        <pc:spChg chg="mod">
          <ac:chgData name="Chithi Gunatilake" userId="6f893804f75306cb" providerId="LiveId" clId="{1B27EECF-8C89-30BD-9531-5E7EAE0D2AD3}" dt="2026-07-20T03:01:17.176" v="163" actId="20577"/>
          <ac:spMkLst>
            <pc:docMk/>
            <pc:sldMk cId="6962425" sldId="264"/>
            <ac:spMk id="2" creationId="{5487C0D4-420F-4DF7-ADD3-CA01D944A54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youtube.com/shorts/H4HbXRA4AxI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gi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qmk.fm/compatible_microcontrollers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o7SF2TPVV6o?si=8q0OHPD7txAeKULq" TargetMode="External"/><Relationship Id="rId2" Type="http://schemas.openxmlformats.org/officeDocument/2006/relationships/hyperlink" Target="https://www.st.com/en/microcontrollers-microprocessors/stm32f072cb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hyperlink" Target="https://www.st.com/resource/en/datasheet/usblc6-2.pdf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A08C4-D675-4569-70D5-EB0BF0AA38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noProof="0" dirty="0"/>
              <a:t>Keyboard brief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38BD43-5244-F886-0E61-A655DA46AD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3161554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C8B7F-46E4-7024-FE46-1AD8A0CB2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noProof="0" dirty="0"/>
              <a:t>Keyswitch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EDD52-7C3B-7EC1-1E68-7C8E7F832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7"/>
            <a:ext cx="5564188" cy="3541714"/>
          </a:xfrm>
        </p:spPr>
        <p:txBody>
          <a:bodyPr/>
          <a:lstStyle/>
          <a:p>
            <a:r>
              <a:rPr lang="en-AU" noProof="0" dirty="0"/>
              <a:t>Spring returned plastic stem pushes a leaf spring which makes contact between the two pins, seen on the right.</a:t>
            </a:r>
          </a:p>
          <a:p>
            <a:r>
              <a:rPr lang="en-AU" noProof="0" dirty="0"/>
              <a:t>“Clicky” switches have a paperclip like spring to make a sound, seen on the left</a:t>
            </a:r>
          </a:p>
        </p:txBody>
      </p:sp>
      <p:pic>
        <p:nvPicPr>
          <p:cNvPr id="6" name="Picture 5" descr="The image shows a small, white electronic component with a black connector, possibly a plug or a pin, in the center.&#10;&#10;AI-generated content may be incorrect.">
            <a:extLst>
              <a:ext uri="{FF2B5EF4-FFF2-40B4-BE49-F238E27FC236}">
                <a16:creationId xmlns:a16="http://schemas.microsoft.com/office/drawing/2014/main" id="{664A8A38-EF1E-8714-D9A6-D7DBD9D04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0707" y="2161494"/>
            <a:ext cx="3238500" cy="2447925"/>
          </a:xfrm>
          <a:prstGeom prst="rect">
            <a:avLst/>
          </a:prstGeom>
        </p:spPr>
      </p:pic>
      <p:pic>
        <p:nvPicPr>
          <p:cNvPr id="8" name="Picture 7" descr="The image depicts a detailed technical drawing of a mechanical part, featuring a wooden structure and a blue cylinder, with various components and joints clearly labeled.&#10;&#10;AI-generated content may be incorrect.">
            <a:extLst>
              <a:ext uri="{FF2B5EF4-FFF2-40B4-BE49-F238E27FC236}">
                <a16:creationId xmlns:a16="http://schemas.microsoft.com/office/drawing/2014/main" id="{41DBA3C1-3B90-5641-5CD8-E3CA7A02E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477" y="5061857"/>
            <a:ext cx="2812020" cy="1594832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5BE25877-7B5E-77E7-A230-647141F4DF91}"/>
              </a:ext>
            </a:extLst>
          </p:cNvPr>
          <p:cNvSpPr/>
          <p:nvPr/>
        </p:nvSpPr>
        <p:spPr>
          <a:xfrm rot="17270278">
            <a:off x="8643605" y="4018900"/>
            <a:ext cx="1671212" cy="3989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4098921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936CA-F230-1F2B-C320-64034CE2A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noProof="0" dirty="0"/>
              <a:t>Key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DD9DE-5C0E-C478-DE04-BED473533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856" y="1658143"/>
            <a:ext cx="5428116" cy="4024200"/>
          </a:xfrm>
        </p:spPr>
        <p:txBody>
          <a:bodyPr>
            <a:normAutofit fontScale="92500"/>
          </a:bodyPr>
          <a:lstStyle/>
          <a:p>
            <a:r>
              <a:rPr lang="en-AU" noProof="0" dirty="0"/>
              <a:t>Key presses utilise a matrix, like LED arrays, to reduce the GPIO pins required. </a:t>
            </a:r>
          </a:p>
          <a:p>
            <a:r>
              <a:rPr lang="en-AU" noProof="0" dirty="0"/>
              <a:t>One dimension is scanned using MCU output and another receives using MCU input.</a:t>
            </a:r>
          </a:p>
          <a:p>
            <a:r>
              <a:rPr lang="en-AU" noProof="0" dirty="0"/>
              <a:t> Diodes are used to stop ghosting, like how LED arrays ghost</a:t>
            </a:r>
          </a:p>
          <a:p>
            <a:r>
              <a:rPr lang="en-AU" dirty="0">
                <a:hlinkClick r:id="rId2"/>
              </a:rPr>
              <a:t>Two min video if you want</a:t>
            </a:r>
            <a:endParaRPr lang="en-AU" dirty="0"/>
          </a:p>
          <a:p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5" name="Picture 4" descr="The diagram illustrates a matrix or grid of data points, categorized into rows and columns, with various numerical and alphanumeric codes, suggesting a tabular or chart format.&#10;&#10;AI-generated content may be incorrect.">
            <a:extLst>
              <a:ext uri="{FF2B5EF4-FFF2-40B4-BE49-F238E27FC236}">
                <a16:creationId xmlns:a16="http://schemas.microsoft.com/office/drawing/2014/main" id="{E7FE122B-57E3-52BB-5316-6F08B2624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375" y="304743"/>
            <a:ext cx="2770468" cy="2939938"/>
          </a:xfrm>
          <a:prstGeom prst="rect">
            <a:avLst/>
          </a:prstGeom>
        </p:spPr>
      </p:pic>
      <p:pic>
        <p:nvPicPr>
          <p:cNvPr id="6" name="Picture 5" descr="Building a Keyboard: Part II - Into The Matrix | The N00b Developer - A  LinuxHermit's Journey">
            <a:extLst>
              <a:ext uri="{FF2B5EF4-FFF2-40B4-BE49-F238E27FC236}">
                <a16:creationId xmlns:a16="http://schemas.microsoft.com/office/drawing/2014/main" id="{760ABF96-5BB2-4455-6DE8-3FC32B00AB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1782" y="2153427"/>
            <a:ext cx="3286125" cy="397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282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B1DF7-4070-B583-1AC6-A2419FB01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noProof="0" dirty="0"/>
              <a:t>Keyboard subsystems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C7409-FEFB-DEA6-C248-5B1CDAA3F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noProof="0" dirty="0"/>
              <a:t>Multiple subsystems with interfacing considerations. In design order: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AU" noProof="0" dirty="0"/>
              <a:t>MCU: STM32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AU" noProof="0" dirty="0"/>
              <a:t>Keyswitch Array PCB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AU" noProof="0" dirty="0"/>
              <a:t>Peripheral Board (Optional OLED display and volume encoder)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AU" noProof="0" dirty="0"/>
              <a:t>Chassis and keycaps </a:t>
            </a:r>
          </a:p>
          <a:p>
            <a:pPr marL="914400" lvl="1" indent="-457200">
              <a:buFont typeface="+mj-lt"/>
              <a:buAutoNum type="arabicPeriod"/>
            </a:pPr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682688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64E2B-1A73-08FA-27FE-A2F2D097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noProof="0" dirty="0"/>
              <a:t>Interfacing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7DE41-04EB-35E5-68E5-19734E7FB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noProof="0" dirty="0"/>
              <a:t>Due to sizing requirements, the MCU is designed first, which will be made to fit onto keyboard PCB. </a:t>
            </a:r>
          </a:p>
          <a:p>
            <a:r>
              <a:rPr lang="en-AU" noProof="0" dirty="0"/>
              <a:t>Upgradeable MCU utilising a daughterboard</a:t>
            </a:r>
          </a:p>
          <a:p>
            <a:r>
              <a:rPr lang="en-AU" noProof="0" dirty="0"/>
              <a:t> Prioritise low profile design</a:t>
            </a:r>
          </a:p>
          <a:p>
            <a:r>
              <a:rPr lang="en-AU" dirty="0"/>
              <a:t>Idea is to have the MCU under the OLED display</a:t>
            </a:r>
            <a:endParaRPr lang="en-AU" noProof="0" dirty="0"/>
          </a:p>
          <a:p>
            <a:endParaRPr lang="en-AU" noProof="0" dirty="0"/>
          </a:p>
        </p:txBody>
      </p:sp>
      <p:pic>
        <p:nvPicPr>
          <p:cNvPr id="6" name="Picture 5" descr="The image shows a keyboard layout with various symbols and function keys arranged in a grid.&#10;&#10;AI-generated content may be incorrect.">
            <a:extLst>
              <a:ext uri="{FF2B5EF4-FFF2-40B4-BE49-F238E27FC236}">
                <a16:creationId xmlns:a16="http://schemas.microsoft.com/office/drawing/2014/main" id="{B2429FAA-8252-B3B6-08A6-9C2748A43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683" y="5118330"/>
            <a:ext cx="4178905" cy="1484447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BF37D1CB-6CCB-06CF-8BD6-ACBA618696DE}"/>
              </a:ext>
            </a:extLst>
          </p:cNvPr>
          <p:cNvSpPr/>
          <p:nvPr/>
        </p:nvSpPr>
        <p:spPr>
          <a:xfrm rot="8286710">
            <a:off x="5502824" y="5009343"/>
            <a:ext cx="505039" cy="2179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16652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A93E4-075F-F2ED-07F0-7881107EC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noProof="0" dirty="0"/>
              <a:t>Chassis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D250B-AC47-5A2E-0E9C-28E94807C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noProof="0" dirty="0"/>
              <a:t>Eventual plan for CNC Aluminium</a:t>
            </a:r>
            <a:r>
              <a:rPr lang="en-AU" dirty="0"/>
              <a:t>, able to create a working model using PLA or other FDM 3D printing material.</a:t>
            </a:r>
          </a:p>
          <a:p>
            <a:r>
              <a:rPr lang="en-AU" dirty="0"/>
              <a:t>Grounding and isolation considerations with using metal chassis </a:t>
            </a:r>
          </a:p>
          <a:p>
            <a:r>
              <a:rPr lang="en-AU" dirty="0"/>
              <a:t>Use of PLA sheets to electrically isolate PCB from chassis</a:t>
            </a:r>
          </a:p>
          <a:p>
            <a:r>
              <a:rPr lang="en-AU" noProof="0" dirty="0"/>
              <a:t>Star point </a:t>
            </a:r>
            <a:r>
              <a:rPr lang="en-AU" dirty="0"/>
              <a:t>grounding directly to MCU’s USB TVS diodes </a:t>
            </a:r>
          </a:p>
          <a:p>
            <a:r>
              <a:rPr lang="en-AU" noProof="0" dirty="0"/>
              <a:t>Mock-up</a:t>
            </a:r>
            <a:r>
              <a:rPr lang="en-AU" dirty="0"/>
              <a:t> on right</a:t>
            </a:r>
            <a:endParaRPr lang="en-AU" noProof="0" dirty="0"/>
          </a:p>
        </p:txBody>
      </p:sp>
      <p:pic>
        <p:nvPicPr>
          <p:cNvPr id="5" name="Picture 4" descr="The image depicts a keyboard layout, showing the arrangement of keys, including function keys (F1-F12), control keys (Ctrl, Alt, Win), and special characters.&#10;&#10;AI-generated content may be incorrect.">
            <a:extLst>
              <a:ext uri="{FF2B5EF4-FFF2-40B4-BE49-F238E27FC236}">
                <a16:creationId xmlns:a16="http://schemas.microsoft.com/office/drawing/2014/main" id="{DBA244AD-7697-D9D9-03EF-53A6F5289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9275" y="3904838"/>
            <a:ext cx="2703181" cy="2703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879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2B7EE-B108-E1DC-3030-BE6C1B0F9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noProof="0" dirty="0"/>
              <a:t>Firmware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0A972-CD75-6A1A-AE5F-51477C326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noProof="0" dirty="0"/>
              <a:t>Utilise QMK (Quantum Mechanical Keyboard) firmware</a:t>
            </a:r>
          </a:p>
          <a:p>
            <a:r>
              <a:rPr lang="en-AU" dirty="0"/>
              <a:t>Runs on many MCUs, preference for ARM Cortex M series</a:t>
            </a:r>
          </a:p>
          <a:p>
            <a:r>
              <a:rPr lang="en-AU" dirty="0"/>
              <a:t>USB consideration, some MCUs are funny with it</a:t>
            </a:r>
          </a:p>
          <a:p>
            <a:pPr lvl="1"/>
            <a:r>
              <a:rPr lang="en-AU" dirty="0"/>
              <a:t>Use MCU that others have used</a:t>
            </a:r>
          </a:p>
          <a:p>
            <a:r>
              <a:rPr lang="en-AU" dirty="0"/>
              <a:t>Refer to QMK recommended MCU list</a:t>
            </a:r>
          </a:p>
          <a:p>
            <a:pPr lvl="1"/>
            <a:r>
              <a:rPr lang="en-AU" dirty="0">
                <a:hlinkClick r:id="rId2"/>
              </a:rPr>
              <a:t>https://docs.qmk.fm/compatible_microcontrollers</a:t>
            </a:r>
            <a:endParaRPr lang="en-AU" dirty="0"/>
          </a:p>
          <a:p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2464826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3F104-86A8-9EBF-52BA-A4465F6E9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MCU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57456-C447-B18A-9CD5-DCA679306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>
                <a:hlinkClick r:id="rId2"/>
              </a:rPr>
              <a:t>STM32F072CBT6</a:t>
            </a:r>
            <a:r>
              <a:rPr lang="en-AU" dirty="0"/>
              <a:t> chosen, large amount of flash and very well supported for QMK applications, more than enough GPIO, crystal-less USB 2.0. </a:t>
            </a:r>
          </a:p>
          <a:p>
            <a:pPr lvl="1"/>
            <a:r>
              <a:rPr lang="en-AU" dirty="0">
                <a:hlinkClick r:id="rId3"/>
              </a:rPr>
              <a:t>Turns out a YT tutorial also chose this</a:t>
            </a:r>
            <a:endParaRPr lang="en-AU" dirty="0"/>
          </a:p>
          <a:p>
            <a:r>
              <a:rPr lang="en-AU" dirty="0"/>
              <a:t>USB C interface, emphasis on ESD protection and signal integrity</a:t>
            </a:r>
          </a:p>
          <a:p>
            <a:pPr lvl="1"/>
            <a:r>
              <a:rPr lang="en-AU" dirty="0"/>
              <a:t>Route USB as differential pairs</a:t>
            </a:r>
          </a:p>
          <a:p>
            <a:pPr lvl="1"/>
            <a:r>
              <a:rPr lang="en-AU" dirty="0"/>
              <a:t>Good application specific TVS (Transient Voltage Supressing) diode chip</a:t>
            </a:r>
          </a:p>
          <a:p>
            <a:pPr lvl="2"/>
            <a:r>
              <a:rPr lang="en-AU" dirty="0">
                <a:hlinkClick r:id="rId4"/>
              </a:rPr>
              <a:t>USBLC6-2</a:t>
            </a:r>
            <a:endParaRPr lang="en-AU" dirty="0"/>
          </a:p>
          <a:p>
            <a:r>
              <a:rPr lang="en-AU" dirty="0"/>
              <a:t>Minimised footprint	</a:t>
            </a:r>
          </a:p>
        </p:txBody>
      </p:sp>
      <p:pic>
        <p:nvPicPr>
          <p:cNvPr id="4" name="Picture 3" descr="Stm32F072Cbt6 Stm32F072 Stm32 F072Cbt6 F072Cb Lqfp-48 Arm Cortex-M0 32-Bit Microcontroller Mcu Ic Controller Chip New for Original">
            <a:extLst>
              <a:ext uri="{FF2B5EF4-FFF2-40B4-BE49-F238E27FC236}">
                <a16:creationId xmlns:a16="http://schemas.microsoft.com/office/drawing/2014/main" id="{27A47307-B3BC-9EF6-61C9-9C29ECF3B5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931730" y="3916235"/>
            <a:ext cx="2733814" cy="273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286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32095-C51F-16B5-F913-65FB7E947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MCU So far</a:t>
            </a:r>
            <a:endParaRPr lang="en-AU" dirty="0"/>
          </a:p>
        </p:txBody>
      </p:sp>
      <p:pic>
        <p:nvPicPr>
          <p:cNvPr id="5" name="Picture 4" descr="The image illustrates a circuit diagram featuring various electronic components such as polyfuses, voltage regulators, capacitors, and integrated circuits, with connections and labels indicating their roles in the circuit.&#10;&#10;AI-generated content may be incorrect.">
            <a:extLst>
              <a:ext uri="{FF2B5EF4-FFF2-40B4-BE49-F238E27FC236}">
                <a16:creationId xmlns:a16="http://schemas.microsoft.com/office/drawing/2014/main" id="{7249766F-6405-CD16-CA2F-2756108A3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45" y="1907954"/>
            <a:ext cx="6018277" cy="42626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3EE2FF-39C4-0B46-4C23-CF5CF09BB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754" y="1901391"/>
            <a:ext cx="5125506" cy="426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628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7C0D4-420F-4DF7-ADD3-CA01D944A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noProof="0" dirty="0"/>
              <a:t>Thanks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E3892-B9F4-6501-1BD8-A6257BE3C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69624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341</Words>
  <Application>Microsoft Office PowerPoint</Application>
  <PresentationFormat>Widescreen</PresentationFormat>
  <Paragraphs>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Tw Cen MT</vt:lpstr>
      <vt:lpstr>Circuit</vt:lpstr>
      <vt:lpstr>Keyboard brief</vt:lpstr>
      <vt:lpstr>Keyswitch operation</vt:lpstr>
      <vt:lpstr>Key matrix</vt:lpstr>
      <vt:lpstr>Keyboard subsystems</vt:lpstr>
      <vt:lpstr>Interfacing</vt:lpstr>
      <vt:lpstr>Chassis</vt:lpstr>
      <vt:lpstr>Firmware</vt:lpstr>
      <vt:lpstr>MCU </vt:lpstr>
      <vt:lpstr>MCU So far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Keyboard brief</dc:title>
  <dc:creator>Chithi Gunatilake</dc:creator>
  <cp:lastModifiedBy>Chithi Gunatilake</cp:lastModifiedBy>
  <cp:revision>1</cp:revision>
  <dcterms:created xsi:type="dcterms:W3CDTF">2026-07-20T02:52:59Z</dcterms:created>
  <dcterms:modified xsi:type="dcterms:W3CDTF">2026-07-22T05:34:02Z</dcterms:modified>
</cp:coreProperties>
</file>